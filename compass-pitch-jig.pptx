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Decision Hack Rhein-Neckar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82296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C7D6"/>
                </a:solidFill>
                <a:latin typeface="Open Sans"/>
              </a:rPr>
              <a:t>Team Compass   ·   paretos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D0A1E"/>
                </a:solidFill>
                <a:latin typeface="Open Sans"/>
              </a:rPr>
              <a:t>Compass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670048"/>
            <a:ext cx="777240" cy="73152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3344"/>
                </a:solidFill>
                <a:latin typeface="Open Sans"/>
              </a:rPr>
              <a:t>Decision Intelligence for Demand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88"/>
                </a:solidFill>
                <a:latin typeface="Open Sans"/>
              </a:rPr>
              <a:t>Decision Hack Rhein-Neckar 2026    ·    Team Compass    ·    Track 2: Commit To The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34840"/>
            <a:ext cx="4297680" cy="585216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compass-frontend-seven.vercel.app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Decision Hack Rhein-Neckar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82296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C7D6"/>
                </a:solidFill>
                <a:latin typeface="Open Sans"/>
              </a:rPr>
              <a:t>Team Compass   ·   paretos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A1E"/>
                </a:solidFill>
                <a:latin typeface="Open Sans"/>
              </a:rPr>
              <a:t>01   ·   WHAT IS COMPASS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D0A1E"/>
                </a:solidFill>
                <a:latin typeface="Open Sans"/>
              </a:rPr>
              <a:t>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44"/>
                </a:solidFill>
                <a:latin typeface="Open Sans"/>
              </a:rPr>
              <a:t>A decision support tool that coaches every override, scores every outcome, and never forgets.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657600" cy="370332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57600" cy="6400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A1E"/>
                </a:solidFill>
                <a:latin typeface="Open Sans"/>
              </a:rPr>
              <a:t>Coach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Before the planner commits, five AI agents check the real data from different angles and propose a better number with a confidence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286000"/>
            <a:ext cx="3657600" cy="370332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286000"/>
            <a:ext cx="3657600" cy="6400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487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A1E"/>
                </a:solidFill>
                <a:latin typeface="Open Sans"/>
              </a:rP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035808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When real sales come in, every change the planner made gets graded. Was it better or worse than the original forecast? The gap is the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2286000"/>
            <a:ext cx="3657600" cy="370332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2286000"/>
            <a:ext cx="3657600" cy="6400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2487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A1E"/>
                </a:solidFill>
                <a:latin typeface="Open Sans"/>
              </a:rPr>
              <a:t>Remember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3035808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Every graded outcome is saved. The next time a similar situation comes up, Compass shows the planner what happened last time and who was right.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2819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The planner always makes the final call. Compass makes sure they make it with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Decision Hack Rhein-Neckar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82296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C7D6"/>
                </a:solidFill>
                <a:latin typeface="Open Sans"/>
              </a:rPr>
              <a:t>Team Compass   ·   paretos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A1E"/>
                </a:solidFill>
                <a:latin typeface="Open Sans"/>
              </a:rPr>
              <a:t>02   · 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A1E"/>
                </a:solidFill>
                <a:latin typeface="Open Sans"/>
              </a:rPr>
              <a:t>Planners override the system every single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4663440" cy="224028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4663440" cy="6400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500E1"/>
                </a:solidFill>
                <a:latin typeface="Open Sans"/>
              </a:rPr>
              <a:t>99.8%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  <a:latin typeface="Open Sans"/>
              </a:rPr>
              <a:t>of forecasts are manually
changed before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057400"/>
            <a:ext cx="4663440" cy="224028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2057400"/>
            <a:ext cx="4663440" cy="6400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19456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500E1"/>
                </a:solidFill>
                <a:latin typeface="Open Sans"/>
              </a:rPr>
              <a:t>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108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  <a:latin typeface="Open Sans"/>
              </a:rPr>
              <a:t>of those changes make
the forecast worse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98848"/>
            <a:ext cx="9692640" cy="64008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498848"/>
            <a:ext cx="64008" cy="640080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17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44"/>
                </a:solidFill>
                <a:latin typeface="Open Sans"/>
              </a:rPr>
              <a:t>Nobody tracks which changes helped and which did not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21808"/>
            <a:ext cx="11155680" cy="960120"/>
          </a:xfrm>
          <a:prstGeom prst="rect">
            <a:avLst/>
          </a:prstGeom>
          <a:solidFill>
            <a:srgbClr val="FFF8EE"/>
          </a:solidFill>
          <a:ln w="9525">
            <a:solidFill>
              <a:srgbClr val="FBB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21808"/>
            <a:ext cx="64008" cy="960120"/>
          </a:xfrm>
          <a:prstGeom prst="rect">
            <a:avLst/>
          </a:prstGeom>
          <a:solidFill>
            <a:srgbClr val="FB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0468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6600"/>
                </a:solidFill>
                <a:latin typeface="Open Sans"/>
              </a:rPr>
              <a:t>When the planner retires, every lesson they learned walks out the door with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Decision Hack Rhein-Neckar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82296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C7D6"/>
                </a:solidFill>
                <a:latin typeface="Open Sans"/>
              </a:rPr>
              <a:t>Team Compass   ·   paretos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A1E"/>
                </a:solidFill>
                <a:latin typeface="Open Sans"/>
              </a:rPr>
              <a:t>03   ·  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A1E"/>
                </a:solidFill>
                <a:latin typeface="Open Sans"/>
              </a:rPr>
              <a:t>End to end in 23 real Alpine planning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77788"/>
                </a:solidFill>
                <a:latin typeface="Open Sans"/>
              </a:rPr>
              <a:t>HOW IT WORKS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57984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57984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2140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Planner proposes a number and types a reason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54096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54096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1752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Five AI agents check the real data from different angles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0208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91363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A coordinator reviews all five and suggests a better number with a confidence level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46320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80974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When real sales come in, every decision is graded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719072"/>
            <a:ext cx="5394960" cy="4572000"/>
          </a:xfrm>
          <a:prstGeom prst="rect">
            <a:avLst/>
          </a:prstGeom>
          <a:solidFill>
            <a:srgbClr val="FFF8EE"/>
          </a:solidFill>
          <a:ln w="9525">
            <a:solidFill>
              <a:srgbClr val="FBB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77788"/>
                </a:solidFill>
                <a:latin typeface="Open Sans"/>
              </a:rPr>
              <a:t>THE FIVE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40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A1E"/>
                </a:solidFill>
                <a:latin typeface="Open Sans"/>
              </a:rPr>
              <a:t>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240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  <a:latin typeface="Open Sans"/>
              </a:rPr>
              <a:t>Future orders, customers, returns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90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A1E"/>
                </a:solidFill>
                <a:latin typeface="Open Sans"/>
              </a:rPr>
              <a:t>Supply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9900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  <a:latin typeface="Open Sans"/>
              </a:rPr>
              <a:t>Stock levels, purchase orders,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398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A1E"/>
                </a:solidFill>
                <a:latin typeface="Open Sans"/>
              </a:rPr>
              <a:t>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7398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  <a:latin typeface="Open Sans"/>
              </a:rPr>
              <a:t>Business plan, margins, cost breakdown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97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A1E"/>
                </a:solidFill>
                <a:latin typeface="Open Sans"/>
              </a:rPr>
              <a:t>Commercial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4897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  <a:latin typeface="Open Sans"/>
              </a:rPr>
              <a:t>Marketing spend, price changes, market signals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39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A1E"/>
                </a:solidFill>
                <a:latin typeface="Open Sans"/>
              </a:rPr>
              <a:t>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2395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  <a:latin typeface="Open Sans"/>
              </a:rPr>
              <a:t>Full record of past decisions and whether they paid 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pen Sans"/>
              </a:rPr>
              <a:t>68,126 forecast changes reviewed across 23 real planning cycles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Decision Hack Rhein-Neckar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82296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C7D6"/>
                </a:solidFill>
                <a:latin typeface="Open Sans"/>
              </a:rPr>
              <a:t>Team Compass   ·   paretos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A1E"/>
                </a:solidFill>
                <a:latin typeface="Open Sans"/>
              </a:rPr>
              <a:t>04   ·   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A1E"/>
                </a:solidFill>
                <a:latin typeface="Open Sans"/>
              </a:rPr>
              <a:t>We hit real walls and learned from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" cy="822960"/>
          </a:xfrm>
          <a:prstGeom prst="rect">
            <a:avLst/>
          </a:prstGeom>
          <a:solidFill>
            <a:srgbClr val="FB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39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6600"/>
                </a:solidFill>
                <a:latin typeface="Open Sans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57399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AI responses were too slow for a smooth live demo. We prepared answers in advance so the flow feels instant.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3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4639"/>
            <a:ext cx="54864" cy="822960"/>
          </a:xfrm>
          <a:prstGeom prst="rect">
            <a:avLst/>
          </a:prstGeom>
          <a:solidFill>
            <a:srgbClr val="FB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6600"/>
                </a:solidFill>
                <a:latin typeface="Open Sans"/>
              </a:rPr>
              <a:t>Data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017519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Only two of the five agents are fully connected to real data. The other three use partial information.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5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59"/>
            <a:ext cx="54864" cy="822960"/>
          </a:xfrm>
          <a:prstGeom prst="rect">
            <a:avLst/>
          </a:prstGeom>
          <a:solidFill>
            <a:srgbClr val="FB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6600"/>
                </a:solidFill>
                <a:latin typeface="Open Sans"/>
              </a:rPr>
              <a:t>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977639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Asking the same question twice sometimes gave slightly different answers from the AI.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7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754879"/>
            <a:ext cx="54864" cy="822960"/>
          </a:xfrm>
          <a:prstGeom prst="rect">
            <a:avLst/>
          </a:prstGeom>
          <a:solidFill>
            <a:srgbClr val="FB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377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6600"/>
                </a:solidFill>
                <a:latin typeface="Open Sans"/>
              </a:rPr>
              <a:t>Live grading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937759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The system grades past decisions accurately. It is not yet connected to incoming sales data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11247120" cy="56692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0716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None of these is a blocker. The core mechanic works end to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Decision Hack Rhein-Neckar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82296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C7D6"/>
                </a:solidFill>
                <a:latin typeface="Open Sans"/>
              </a:rPr>
              <a:t>Team Compass   ·   paretos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A1E"/>
                </a:solidFill>
                <a:latin typeface="Open Sans"/>
              </a:rPr>
              <a:t>05   ·   WHAT IS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A1E"/>
                </a:solidFill>
                <a:latin typeface="Open Sans"/>
              </a:rPr>
              <a:t>A clear path to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" cy="822960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112263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12263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39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A1E"/>
                </a:solidFill>
                <a:latin typeface="Open Sans"/>
              </a:rPr>
              <a:t>Stream the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399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Show each agent's finding the moment it lands, so the planner never waits.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3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39"/>
            <a:ext cx="54864" cy="822960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72383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72383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17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A1E"/>
                </a:solidFill>
                <a:latin typeface="Open Sans"/>
              </a:rPr>
              <a:t>Connect every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19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Ground Finance and Commercial on real data so all five agents speak from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5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59"/>
            <a:ext cx="54864" cy="822960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032503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032503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77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A1E"/>
                </a:solidFill>
                <a:latin typeface="Open Sans"/>
              </a:rPr>
              <a:t>Lock in consistency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77639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Make the AI return the same answer to the same question, every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79"/>
            <a:ext cx="11247120" cy="82296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54879"/>
            <a:ext cx="54864" cy="822960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" y="4992623"/>
            <a:ext cx="347472" cy="347472"/>
          </a:xfrm>
          <a:prstGeom prst="ellipse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992623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9377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A1E"/>
                </a:solidFill>
                <a:latin typeface="Open Sans"/>
              </a:rPr>
              <a:t>Wire up live grading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937759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Open Sans"/>
              </a:rPr>
              <a:t>Connect to a live sales feed so decisions get scored automatically as actuals arrive.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11247120" cy="566928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0716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The decision problem stays the same. The institution just keeps getting smarter.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Decision Hack Rhein-Neckar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82296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C7D6"/>
                </a:solidFill>
                <a:latin typeface="Open Sans"/>
              </a:rPr>
              <a:t>Team Compass   ·   paretos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0D0A1E"/>
                </a:solidFill>
                <a:latin typeface="Open Sans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2976" y="3657600"/>
            <a:ext cx="1143000" cy="73152"/>
          </a:xfrm>
          <a:prstGeom prst="rect">
            <a:avLst/>
          </a:prstGeom>
          <a:solidFill>
            <a:srgbClr val="F50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77788"/>
                </a:solidFill>
                <a:latin typeface="Open Sans"/>
              </a:rPr>
              <a:t>compass-frontend-seven.vercel.app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